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embeddedFontLst>
    <p:embeddedFont>
      <p:font typeface="Raleway ExtraBold"/>
      <p:regular r:id="rId201314"/>
    </p:embeddedFont>
    <p:embeddedFont>
      <p:font typeface="Raleway Medium"/>
      <p:regular r:id="rId201315"/>
    </p:embeddedFont>
    <p:embeddedFont>
      <p:font typeface="Raleway SemiBold"/>
      <p:regular r:id="rId201316"/>
    </p:embeddedFont>
    <p:embeddedFont>
      <p:font typeface="Raleway Bold"/>
      <p:regular r:id="rId201317"/>
    </p:embeddedFont>
    <p:embeddedFont>
      <p:font typeface="Raleway Black"/>
      <p:regular r:id="rId201318"/>
    </p:embeddedFont>
    <p:embeddedFont>
      <p:font typeface="Raleway Thin"/>
      <p:regular r:id="rId201319"/>
    </p:embeddedFont>
    <p:embeddedFont>
      <p:font typeface="Raleway ExtraLight"/>
      <p:regular r:id="rId201320"/>
    </p:embeddedFont>
    <p:embeddedFont>
      <p:font typeface="Raleway Light"/>
      <p:regular r:id="rId201321"/>
    </p:embeddedFont>
    <p:embeddedFont>
      <p:font typeface="Raleway"/>
      <p:regular r:id="rId201322"/>
    </p:embeddedFont>
    <p:embeddedFont>
      <p:font typeface="Roboto Light"/>
      <p:regular r:id="rId201323"/>
    </p:embeddedFont>
    <p:embeddedFont>
      <p:font typeface="Roboto"/>
      <p:regular r:id="rId201324"/>
    </p:embeddedFont>
    <p:embeddedFont>
      <p:font typeface="Roboto Thin"/>
      <p:regular r:id="rId201325"/>
    </p:embeddedFont>
    <p:embeddedFont>
      <p:font typeface="Roboto ExtraLight"/>
      <p:regular r:id="rId201326"/>
    </p:embeddedFont>
    <p:embeddedFont>
      <p:font typeface="Roboto Medium"/>
      <p:regular r:id="rId201327"/>
    </p:embeddedFont>
    <p:embeddedFont>
      <p:font typeface="Roboto SemiBold"/>
      <p:regular r:id="rId201328"/>
    </p:embeddedFont>
    <p:embeddedFont>
      <p:font typeface="Roboto Bold"/>
      <p:regular r:id="rId201329"/>
    </p:embeddedFont>
    <p:embeddedFont>
      <p:font typeface="Roboto ExtraBold"/>
      <p:regular r:id="rId201330"/>
    </p:embeddedFont>
    <p:embeddedFont>
      <p:font typeface="Roboto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1714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the Internet Works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67273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visual guide to physical links, IP addressing, protocols, and the journey from URL to webpage.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90993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Physical Web &amp; IP Addressing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150269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Physical Links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513484"/>
            <a:ext cx="218844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Computers connect via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fiber optic cables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copper wires, and wireless signals — forming a global mesh of routers and switches that pass data along the fastest available path.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035201" y="2150269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IP Addresses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035201" y="2513484"/>
            <a:ext cx="2188443" cy="159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device gets a unique numeric address (e.g.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ISPs assign them dynamically via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DHCP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statically; routers use these addresses to forward packets toward their destination.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TCP vs. UDP: Choosing How Data Travels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9413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 Each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646015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choice between TCP and UDP comes down to one question: does accuracy or speed matter more?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68426"/>
            <a:ext cx="3986733" cy="190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TCP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web pages, emails, file downloads where every byte must arrive correctly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UDP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live video, online gaming, and VoIP where a dropped packet is better than a delay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272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URL to Webpage: The Full Journey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29" y="1111448"/>
            <a:ext cx="7900541" cy="36157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807" y="1184897"/>
            <a:ext cx="7900385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53409" y="1628306"/>
            <a:ext cx="3857363" cy="1152345"/>
          </a:xfrm>
          <a:prstGeom prst="roundRect">
            <a:avLst>
              <a:gd name="adj" fmla="val 277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616" y="1770513"/>
            <a:ext cx="3572949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Internet Suite (TCP/IP)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5616" y="2041472"/>
            <a:ext cx="3572949" cy="397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 practical layers — the model the internet actually runs on. Designed for real-world implementation.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33228" y="1628306"/>
            <a:ext cx="3857363" cy="1152345"/>
          </a:xfrm>
          <a:prstGeom prst="roundRect">
            <a:avLst>
              <a:gd name="adj" fmla="val 277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75435" y="1770513"/>
            <a:ext cx="3572950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OSI Model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75435" y="2041472"/>
            <a:ext cx="3572950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 theoretical layers — a reference standard used for teaching and diagnosing how data is packaged, transmitted, and received.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2026-07-16T20:19:23Z</dcterms:created>
  <dcterms:modified xsi:type="dcterms:W3CDTF">2026-07-16T20:19:23Z</dcterms:modified>
</cp:coreProperties>
</file>